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www.foxnews.com/health/three-women-share-secrets-better-health-longevity"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920240"/>
            <a:ext cx="10911535" cy="1280160"/>
          </a:xfrm>
          <a:prstGeom prst="rect">
            <a:avLst/>
          </a:prstGeom>
          <a:noFill/>
          <a:ln/>
        </p:spPr>
        <p:txBody>
          <a:bodyPr wrap="square" rtlCol="0" anchor="ctr"/>
          <a:lstStyle/>
          <a:p>
            <a:pPr indent="0" marL="0">
              <a:lnSpc>
                <a:spcPct val="100000"/>
              </a:lnSpc>
              <a:buNone/>
            </a:pPr>
            <a:r>
              <a:rPr lang="en-US" sz="4600" b="1" dirty="0">
                <a:solidFill>
                  <a:srgbClr val="FFFFFF"/>
                </a:solidFill>
                <a:latin typeface="Georgia" pitchFamily="34" charset="0"/>
                <a:ea typeface="Georgia" pitchFamily="34" charset="-122"/>
                <a:cs typeface="Georgia" pitchFamily="34" charset="-120"/>
              </a:rPr>
              <a:t>The Longevity Communications Campaign</a:t>
            </a:r>
            <a:endParaRPr lang="en-US" sz="4600" dirty="0"/>
          </a:p>
        </p:txBody>
      </p:sp>
      <p:sp>
        <p:nvSpPr>
          <p:cNvPr id="5" name="Text 3"/>
          <p:cNvSpPr/>
          <p:nvPr/>
        </p:nvSpPr>
        <p:spPr>
          <a:xfrm>
            <a:off x="640080" y="3383280"/>
            <a:ext cx="9601200" cy="1097280"/>
          </a:xfrm>
          <a:prstGeom prst="rect">
            <a:avLst/>
          </a:prstGeom>
          <a:noFill/>
          <a:ln/>
        </p:spPr>
        <p:txBody>
          <a:bodyPr wrap="square" rtlCol="0" anchor="ctr"/>
          <a:lstStyle/>
          <a:p>
            <a:pPr indent="0" marL="0">
              <a:lnSpc>
                <a:spcPct val="115000"/>
              </a:lnSpc>
              <a:buNone/>
            </a:pPr>
            <a:r>
              <a:rPr lang="en-US" sz="1600" dirty="0">
                <a:solidFill>
                  <a:srgbClr val="C9D3DD"/>
                </a:solidFill>
                <a:latin typeface="Calibri" pitchFamily="34" charset="0"/>
                <a:ea typeface="Calibri" pitchFamily="34" charset="-122"/>
                <a:cs typeface="Calibri" pitchFamily="34" charset="-120"/>
              </a:rPr>
              <a:t>A phased, multi-wave PR program to establish eTeacher as the leader in accessible longevity education — building cumulative impact across 17 placements, four narrative waves, and a defined outlet strategy.</a:t>
            </a:r>
            <a:endParaRPr lang="en-US" sz="16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Georgia" pitchFamily="34" charset="0"/>
                <a:ea typeface="Georgia" pitchFamily="34" charset="-122"/>
                <a:cs typeface="Georg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Georgia" pitchFamily="34" charset="0"/>
                <a:ea typeface="Georgia" pitchFamily="34" charset="-122"/>
                <a:cs typeface="Georg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Georgia" pitchFamily="34" charset="0"/>
                <a:ea typeface="Georgia" pitchFamily="34" charset="-122"/>
                <a:cs typeface="Georg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Georgia" pitchFamily="34" charset="0"/>
                <a:ea typeface="Georgia" pitchFamily="34" charset="-122"/>
                <a:cs typeface="Georg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1</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eTeacher Enters the Longevity Market</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Six genuinely distinct stories, one message: Israel's leading EdTech group is bringing live, science-backed longevity education to American households.</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eTeacher Group Enters the $8 Trillion Longevity Market with Longevity Life Academy, Its Fifth Online School</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From Biblical Hebrew to Healthspan: eTeacher Applies Its Live-Plus-AI Method 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POSITIONING BETWEEN CONCIERGE CLINICS AND SOCIAL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An Israeli EdTech Veteran Bets on Longevity — Targeting the Gap Between $2M Clinics and Free Advice</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Longevity Life Academy Puts a Continuous Glucose Monitor in Every Student's Hands</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After 25 Years, Israel's eTeacher Takes Its Live-Learning Model Into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Longevity for Every Household: A Live Class, Small Groups, and a Glucose Monitor at Your Door</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2</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Julie Gibson Clark Joins Longevity Life Academy</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Seven distinct stories leveraging Julie's existing press: the single mom who out-aged the billionaires now teaches live for eTeacher.</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WORLD'S #2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World's #2-Ranked Longevity Figure Julie Gibson Clark Joins eTeacher's Longevity Life Academy Faculty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posts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proves that world-class longevity isn't about spending millions — it is about consistent habits anyone can learn,” added eTeacher CEO Harel Tayeb. Gibson Clark begins teaching with the current enrollment cohort.</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“Julie proves that world-class longevity isn't about spending millions — it is about consistent habits anyone can learn.”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Voice-matched to Harel's results/impact themes (TheMarker Q2). One new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She Out-Aged a Man Spending $2 Million a Year — on About $12 a Day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adding that her cohorts are enrolling now.</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Adapts Harel's verbatim results/impact language from TheMarker Q2. One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“My Why Is My Son”: The Mom Who Slowed Her Aging Is Now Teaching America</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added CEO Harel Tayeb, noting that her first cohorts are now enrolling.</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“When the teacher creates a personal connection, there are no real barriers.”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fragment from TheMarker Labels (1 Feb 2026), Q5.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What a 0.665 DunedinPACE Score Actually Proves — and Why Julie Gibson Clark Is Teaching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Longevity Has a Class Problem. This Partnership Is Built to Fix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want to make accessible content with meaning that will touch the heart and the human core of each person.”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from TheMarker Labels (1 Feb 2026), Q9.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One Habit at a Time: What Julie Gibson Clark Will Teach Inside the Longevity Blueprint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world's #2-ranked longevity figure joins Longevity Life Academy to teach strength, protein, and sleep as the trainable foundations of a longer life.</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Meet the Single Mom Teaching America How to Age Slower — Live, Every Week</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3</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Longevity Hub App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eTeacher's longevity practice, coming to your pocket: a planned AI tutor, bite-size daily rituals, tracking, and lifestyle guidance — the 'gym for the brain' applied to healthspan.</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eTeacher to Launch the Longevity Hub: A Planned AI Tutor and Daily-Ritual Engine for Healthspan</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Longevity Fails Without Consistency. eTeacher's Planned App Attacks the Persistence Problem With AI.</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4</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Six New Longevity Courses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Following the Q2 launch of Longevity Life Academy, eTeacher plans to expand the curriculum into a full longevity college.</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eTeacher to Add Six New Longevity Courses Following Its Q2 Longevity Life Academy Debut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Georgia" pitchFamily="34" charset="0"/>
                <a:ea typeface="Georgia" pitchFamily="34" charset="-122"/>
                <a:cs typeface="Georgia" pitchFamily="34" charset="-120"/>
              </a:rPr>
              <a:t>“Train Your Brain Like You Train Your Body”: Inside eTeacher's Planned Longevity Learning Journey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3–4 weeks apart to compound coverage.</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GlobeNewswire</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PRWeb / PR 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LinkedIn thought-leadership</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The 90-day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Georgia" pitchFamily="34" charset="0"/>
                <a:ea typeface="Georgia" pitchFamily="34" charset="-122"/>
                <a:cs typeface="Georg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5–6</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Georgia" pitchFamily="34" charset="0"/>
                <a:ea typeface="Georgia" pitchFamily="34" charset="-122"/>
                <a:cs typeface="Georg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9–10</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Georgia" pitchFamily="34" charset="0"/>
                <a:ea typeface="Georgia" pitchFamily="34" charset="-122"/>
                <a:cs typeface="Georg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12–13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Georgia" pitchFamily="34" charset="0"/>
                <a:ea typeface="Georgia" pitchFamily="34" charset="-122"/>
                <a:cs typeface="Georg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The compounding effect: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spacing waves 3–4 weeks apart lets each earn coverage before the next begins — building a rising, self-reinforcing narrative rather than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Wave 1 wire date sets the 90-day rollout in motion.</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2026-07-07T06:06:55Z</dcterms:created>
  <dcterms:modified xsi:type="dcterms:W3CDTF">2026-07-07T06:06:55Z</dcterms:modified>
</cp:coreProperties>
</file>