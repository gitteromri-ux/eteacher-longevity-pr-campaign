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www.foxnews.com/health/three-women-share-secrets-better-health-longevity"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Georgia" pitchFamily="34" charset="0"/>
                <a:ea typeface="Georgia" pitchFamily="34" charset="-122"/>
                <a:cs typeface="Georg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C08A2E"/>
                </a:solidFill>
                <a:latin typeface="Georgia" pitchFamily="34" charset="0"/>
                <a:ea typeface="Georgia" pitchFamily="34" charset="-122"/>
                <a:cs typeface="Georg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angled stories, one message: Israel's leading EdTech group is bringing science-backed longevity to every American household.</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1.1  ·  </a:t>
            </a:r>
            <a:pPr indent="0" marL="0">
              <a:buNone/>
            </a:pPr>
            <a:r>
              <a:rPr lang="en-US" sz="1100" b="1" spc="200" kern="0" dirty="0">
                <a:solidFill>
                  <a:srgbClr val="5C6672"/>
                </a:solidFill>
                <a:latin typeface="Calibri" pitchFamily="34" charset="0"/>
                <a:ea typeface="Calibri" pitchFamily="34" charset="-122"/>
                <a:cs typeface="Calibri" pitchFamily="34" charset="-120"/>
              </a:rPr>
              <a:t>THE FLAGSHIP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(national wire) + Forbes / Bloomberg pickup</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Group, Israel's Leading EdTech Company, Enters the $8 Trillion Longevity Market with Longevity Life Academy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After 25 years and 400,000+ courses delivered across nearly 200 countries, eTeacher launches its fifth online school — bringing live, personalized longevity education to American homes.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global longevity market with the launch of Longevity Life Academy (LLA), its fifth proprietary online school. The move brings eTeacher's proven model — live, teacher-led instruction paired with AI — into a market UBS projects will reach $8 trillion by 2030.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For 25 years, eTeacher Group has delivered more than 400,000 courses to students in nearly 200 countries, with roughly 70% of its learners in the United States. Its flagship longevity program, “The Longevity Blueprint,” is an 18-week live course that turns the science of healthy aging into a personalized protocol each student can actually live by — taught in small groups of 8–15 by leading longevity instructors.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Every student receives an Abbott Lingo continuous glucose monitor, shipped to their home and included with enrollment, so learning is grounded in their own real-time body data alongside sleep and heart-rate metrics.</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Longevity is the next great human question — how we live longer, better — and it was important to us to answer it the eTeacher way: with meaningful, personalized learning, live experts, and AI that keeps people engaged. We believe we can bring the world of longevity into every household in the United States, and raise healthspan globally.”</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TheMarker quotes (“age of AI,” “meaningful, personalized learning”). For CEO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1.2  ·  </a:t>
            </a:r>
            <a:pPr indent="0" marL="0">
              <a:buNone/>
            </a:pPr>
            <a:r>
              <a:rPr lang="en-US" sz="1100" b="1" spc="200" kern="0" dirty="0">
                <a:solidFill>
                  <a:srgbClr val="5C6672"/>
                </a:solidFill>
                <a:latin typeface="Calibri" pitchFamily="34" charset="0"/>
                <a:ea typeface="Calibri" pitchFamily="34" charset="-122"/>
                <a:cs typeface="Calibri" pitchFamily="34" charset="-120"/>
              </a:rPr>
              <a:t>THE EDTECH TRADE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EdSurge / EdTech Magazine / TechCrunch</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From Ancient Languages to Healthspan: How eTeacher's Live-Learning Model Is Reinventing Longevity Education</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company that taught Biblical Hebrew and French to hundreds of thousands is applying its small-class, AI-assisted method to a brand-new subject: living longer.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built its reputation on a simple idea — real teachers, live, in small classes, supported by AI micro-learning that keeps students engaged between sessions. Now it is applying that same methodology to longevity through Longevity Life Academy.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eTeacher's model pairs a weekly live “anchor” session with an expert and short daily AI practice — what the company calls a “gym for the brain.” In longevity, that means an instructor-led session each week plus guided daily experiments tied to a student's own glucose, sleep, and movement data.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academy runs on eTeacher's purpose-built learning platform and small-cohort structure, with courses in partnership tradition alongside the Hebrew University of Jerusalem and other institutions across the group.</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 keeping motivation and learning high so that at every session you can take a meaningful step forward. Longevity is a practice, not a lecture, and that is exactly where our model wins.”</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“gym for the brain” line from TheMarker, extended for longevity context.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1.3  ·  </a:t>
            </a:r>
            <a:pPr indent="0" marL="0">
              <a:buNone/>
            </a:pPr>
            <a:r>
              <a:rPr lang="en-US" sz="1100" b="1" spc="200" kern="0" dirty="0">
                <a:solidFill>
                  <a:srgbClr val="5C6672"/>
                </a:solidFill>
                <a:latin typeface="Calibri" pitchFamily="34" charset="0"/>
                <a:ea typeface="Calibri" pitchFamily="34" charset="-122"/>
                <a:cs typeface="Calibri" pitchFamily="34" charset="-120"/>
              </a:rPr>
              <a:t>THE BUSINESS / MARKET-ENTRY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Bloomberg / Business Insider / CNBC</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An Israeli EdTech Veteran Bets on Longevity — the Fastest-Growing Category in Consumer Health</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eTeacher Group is positioning Longevity Life Academy between costly concierge clinics and unverified online advice, targeting mainstream American consumers.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economy is booming — UBS values it at $5.3 trillion in 2023, rising toward $8 trillion by 2030 — yet most offerings sit at two extremes: expensive concierge clinics or unvetted social-media advice. eTeacher Group is aiming squarely at the underserved middle with affordable, rigorous, live education.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With roughly 70% of its customers already in the United States, eTeacher enters longevity with an existing American footprint, a proven billing and retention engine, and 25 years of operating small live cohorts at global scale.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Blueprint starts at $289/month and includes all 18 live sessions, the learning platform, and the Abbott Lingo CGM device with shipping.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“Israel is well known in cyber and technology, but in edtech we can be at center stage. My vision is to make eTeacher the Wiz of the education world — and longevity is where that vision meets the largest consumer opportunity of our time. We are focused on impact and results, from me as CEO down to the last employee.”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“Wiz of edtech” + “from me as CEO down to the last employee” lines.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1.4  ·  </a:t>
            </a:r>
            <a:pPr indent="0" marL="0">
              <a:buNone/>
            </a:pPr>
            <a:r>
              <a:rPr lang="en-US" sz="1100" b="1" spc="200" kern="0" dirty="0">
                <a:solidFill>
                  <a:srgbClr val="5C6672"/>
                </a:solidFill>
                <a:latin typeface="Calibri" pitchFamily="34" charset="0"/>
                <a:ea typeface="Calibri" pitchFamily="34" charset="-122"/>
                <a:cs typeface="Calibri" pitchFamily="34" charset="-120"/>
              </a:rPr>
              <a:t>THE HEALTH &amp; LONGEVITY VERTICAL</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Longevity.Technology / Fierce Healthcare / MedCity News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Life Academy Puts a Continuous Glucose Monitor in Every Student's Hands</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its 18-week curriculum.</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Longevity Life Academy is built on a Medicine 3.0 premise: your protocol should come from your own biology, not a generic checklist. Every student receives an Abbott Lingo continuous glucose monitor plus full app access, arriving before the CGM module in week five.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Across six pillars — Nutrition, Sleep, Exercise &amp; Movement, Supplements &amp; Wearables, Stress Management, and a personal Longevity Protocol — students learn to read their own glucose, HRV, and sleep data as a live feedback loop, culminating in a written blueprint tested against their body over 18 weeks.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company says wearable integration will expand significantly as its longevity courses evolve over the coming year.</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“Generic health advice ends where personal data begins. We give every student their own glucose monitor and wearable data because longevity has to be measured, owned, and adjusted to each person's biology. That is what it means to keep the mind and body active and vital — and to make this accessible to everyone, not just a privileged few.”</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(“active and vital,” “accessible... not just a privileged few”).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1.5  ·  </a:t>
            </a:r>
            <a:pPr indent="0" marL="0">
              <a:buNone/>
            </a:pPr>
            <a:r>
              <a:rPr lang="en-US" sz="1100" b="1" spc="200" kern="0" dirty="0">
                <a:solidFill>
                  <a:srgbClr val="5C6672"/>
                </a:solidFill>
                <a:latin typeface="Calibri" pitchFamily="34" charset="0"/>
                <a:ea typeface="Calibri" pitchFamily="34" charset="-122"/>
                <a:cs typeface="Calibri" pitchFamily="34" charset="-120"/>
              </a:rPr>
              <a:t>THE ISRAEL / INNOVATION-NATION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TheMarker / Calcalist / Globes / Times of Israel</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אחרי 25 שנה: eTeacher הישראלית נכנסת לשוק הלונג'ביטי — Israel's eTeacher Takes Its Live-Learning Model into Longevity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company behind five global online schools brings Israeli EdTech to the world's fastest-growing wellness market.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Building on its TheMarker feature earlier this year, eTeacher Group is extending its “Wiz of edtech” ambition into longevity — a category where its live-teacher-plus-AI model is uniquely suited to a practice that demands persistence.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company already serves more than 10,000 learners a year across five schools, from ancient languages to French culture, and now longevity, with courses developed in the group's academic-partnership tradition.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frames longevity education as a natural extension of its mission to keep the adult mind “active and vital” in an age of cognitive atrophy.</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“Our aspiration is to be the leading platform for meaningful, personalized learning for adults — to keep the mind active and vital in a world where technology may cause cognitive atrophy. Longevity is the most human expression of that mission: content with meaning that touches the heart and the human core of each person.”</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aspiration/cognitive-atrophy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1.6  ·  </a:t>
            </a:r>
            <a:pPr indent="0" marL="0">
              <a:buNone/>
            </a:pPr>
            <a:r>
              <a:rPr lang="en-US" sz="1100" b="1" spc="200" kern="0" dirty="0">
                <a:solidFill>
                  <a:srgbClr val="5C6672"/>
                </a:solidFill>
                <a:latin typeface="Calibri" pitchFamily="34" charset="0"/>
                <a:ea typeface="Calibri" pitchFamily="34" charset="-122"/>
                <a:cs typeface="Calibri" pitchFamily="34" charset="-120"/>
              </a:rPr>
              <a:t>THE CONSUMER / LIFESTYLE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mindbodygreen / Today / People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You Don't Need a $2 Million Budget to Live Longer — Just 18 Weeks and Your Own Data</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glucose monitor included.</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Longevity has a reputation for being expensive and intimidating. Longevity Life Academy is built to be the opposite: a live, 18-week course in small groups, with an instructor who knows your name and a glucose monitor shipped to your door.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Students don't memorize facts about glucose or sleep — they watch them move in their own bodies, then build a personal protocol across nutrition, movement, sleep, stress, and supplements that they keep for life.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It's the eTeacher way, refined over decades and adapted for longevity.</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“Everybody is talking about longevity — it is the new normal and the future of wellness. It was important to us to simplify and democratize this difficult practice, so anyone, no matter their background, can both understand it and feel the urge to start their own longevity routine.”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“meaning/access” themes; incorporates user's brief.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angled stories leveraging Julie's existing press: the single mom who out-aged the billionaires now teaches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2.1  ·  </a:t>
            </a:r>
            <a:pPr indent="0" marL="0">
              <a:buNone/>
            </a:pPr>
            <a:r>
              <a:rPr lang="en-US" sz="1100" b="1" spc="200" kern="0" dirty="0">
                <a:solidFill>
                  <a:srgbClr val="5C6672"/>
                </a:solidFill>
                <a:latin typeface="Calibri" pitchFamily="34" charset="0"/>
                <a:ea typeface="Calibri" pitchFamily="34" charset="-122"/>
                <a:cs typeface="Calibri" pitchFamily="34" charset="-120"/>
              </a:rPr>
              <a:t>THE SIGNING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 Fortune Well / Forbes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World's #2-Ranked Longevity Icon Julie Gibson Clark Joins eTeacher's Longevity Life Academy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Phoenix single mom who out-aged Bryan Johnson on roughly $150 a month joins the live faculty of eTeacher's 18-week Longevity Blueprint.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today announced that Julie Gibson Clark — who held the #2 spot on the Rejuvenation Olympics leaderboard for over a year, ahead of Bryan Johnson — has joined the live faculty of Longevity Life Academy.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Gibson Clark, 56, is a corporate recruiter and former structural engineer whose DunedinPACE score of 0.665 means she ages roughly 65 days for every 100 — about 34% slower than average — achieved on a routine costing around $150 a month, versus the ~$2 million a year spent by better-funded biohackers.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LLA she will teach live cohorts inside The Longevity Blueprint, guiding students as they build personalized protocols from their own CGM and wearable data.</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“Julie is the perfect embodiment of what Longevity Life Academy stands for. She proved that world-class longevity isn't about spending millions — it is about consistent, science-backed habits anyone can learn. That is exactly why we built this school. I want to welcome Julie and all our new longevity instructors, and congratulate our team and incoming students on the semester ahead.”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“What I love about Longevity Life Academy is that it's built on teaching, not selling. My whole approach is that a habit has to become as routine as brushing your teeth — and getting to teach that live, to real people who want to change their lives, is a dream.”</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Built from her verbatim “brushing your teeth” line.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2.2  ·  </a:t>
            </a:r>
            <a:pPr indent="0" marL="0">
              <a:buNone/>
            </a:pPr>
            <a:r>
              <a:rPr lang="en-US" sz="1100" b="1" spc="200" kern="0" dirty="0">
                <a:solidFill>
                  <a:srgbClr val="5C6672"/>
                </a:solidFill>
                <a:latin typeface="Calibri" pitchFamily="34" charset="0"/>
                <a:ea typeface="Calibri" pitchFamily="34" charset="-122"/>
                <a:cs typeface="Calibri" pitchFamily="34" charset="-120"/>
              </a:rPr>
              <a:t>THE 'BEAT THE BILLIONAIRE'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Business Insider / CNBC Make It</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She Out-Aged a Man Spending $2 Million a Year — Now She's Teaching How for $289 a Month</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Clark's budget longevity story made headlines worldwide. Her next chapter: an online classroom.</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 became a global story because she achieved elite results without an elite budget — ranking second worldwide on roughly $150 a month while Bryan Johnson spent about $2 million a year.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Now that accessible philosophy has an institution behind it. As a Longevity Life Academy instructor, Gibson Clark brings her real-world, low-cost, high-consistency approach to eTeacher's live cohorts.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Blueprint starts at $289/month, includes a continuous glucose monitor, and is taught in small live groups.</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“We are focused on impact and results — and Julie's results speak for themselves. She makes the case, better than anyone, that longevity can belong to every household.”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(results/impact).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“You need to determine your why, your intentions, and what resources you have. This is the rest of your life — it's not a 10-week program for a beach body. That's what I want to teach.”</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Business Insider/Yahoo.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2.3  ·  </a:t>
            </a:r>
            <a:pPr indent="0" marL="0">
              <a:buNone/>
            </a:pPr>
            <a:r>
              <a:rPr lang="en-US" sz="1100" b="1" spc="200" kern="0" dirty="0">
                <a:solidFill>
                  <a:srgbClr val="5C6672"/>
                </a:solidFill>
                <a:latin typeface="Calibri" pitchFamily="34" charset="0"/>
                <a:ea typeface="Calibri" pitchFamily="34" charset="-122"/>
                <a:cs typeface="Calibri" pitchFamily="34" charset="-120"/>
              </a:rPr>
              <a:t>THE HUMAN / 'WHY'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Today / People / Yahoo Life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“My Why Is My Son”: The Mom Who Reversed Her Aging Is Now Teaching America</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others find their own why.</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Before she was a longevity icon, Julie Gibson Clark was a single mom who wanted more healthy years with her son. That personal “why” became the foundation of a routine that placed her among the slowest-aging people on the planet.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Longevity Life Academy, that same philosophy — start with your why, build one sustainable habit at a time — anchors her live teaching.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It's a message that fits eTeacher's belief that learning sticks when it's personal and meaningful.</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“When the teacher creates a personal connection, there are no real barriers — learning happens naturally. Julie creates that connection instantly, and that is why students will stay engaged.”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“no real barriers” line from TheMarker.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“I want to be here for my son — when he gets married and has kids, I want the energy to help in any way I can. My goal in speaking with people has always been to help everyone get a little bit healthier. Teaching live is the best way I've found to do that.”</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NOVOS + media quotes, lightly joined.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2.4  ·  </a:t>
            </a:r>
            <a:pPr indent="0" marL="0">
              <a:buNone/>
            </a:pPr>
            <a:r>
              <a:rPr lang="en-US" sz="1100" b="1" spc="200" kern="0" dirty="0">
                <a:solidFill>
                  <a:srgbClr val="5C6672"/>
                </a:solidFill>
                <a:latin typeface="Calibri" pitchFamily="34" charset="0"/>
                <a:ea typeface="Calibri" pitchFamily="34" charset="-122"/>
                <a:cs typeface="Calibri" pitchFamily="34" charset="-120"/>
              </a:rPr>
              <a:t>THE WOMEN'S HEALTH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Women's Health / mindbodygreen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A 56-Year-Old Recruiter Is Redefining What Aging Looks Like for Women — in a Live Classroom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 joins Longevity Life Academy to teach strength, protein, and VO2 max as the foundations of a longer life.</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Much of the longevity conversation centers on men with big budgets. Julie Gibson Clark rewrote that narrative — a 56-year-old woman focused on strength training, protein, VO2 max, and sleep.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As an LLA instructor she'll bring that evidence-based, women-forward approach into live sessions, tied to each student's own biomarker data.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Her curriculum-aligned focus areas map directly onto LLA's six pillars, from Exercise &amp; Movement to Stress Management.</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I want all the years I have to be filled with mobility, vibrance, and vitality — and that starts with strength, protein, and sleep.”</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Fox News motto + focus areas.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2.5  ·  </a:t>
            </a:r>
            <a:pPr indent="0" marL="0">
              <a:buNone/>
            </a:pPr>
            <a:r>
              <a:rPr lang="en-US" sz="1100" b="1" spc="200" kern="0" dirty="0">
                <a:solidFill>
                  <a:srgbClr val="5C6672"/>
                </a:solidFill>
                <a:latin typeface="Calibri" pitchFamily="34" charset="0"/>
                <a:ea typeface="Calibri" pitchFamily="34" charset="-122"/>
                <a:cs typeface="Calibri" pitchFamily="34" charset="-120"/>
              </a:rPr>
              <a:t>THE 'LONGEVITY FOR THE REST OF US' OP-ED / FEATURE</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Fast Company / TIME / The Atlantic (contributed)</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Has a Class Problem. This Partnership Wants to Fix It.</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An accessible-longevity advocate and a 25-year education company are betting that healthspan can be democratized.</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promise of longevity science risks becoming a privilege of the wealthy. The partnership between Julie Gibson Clark and eTeacher's Longevity Life Academy is a deliberate bet against that outcome.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By pairing a relatable, low-cost practitioner with a proven live-education platform and an included glucose monitor, LLA aims to make personalized longevity available to mainstream American families.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thesis is simple: if millions can learn a language online in small live classes, millions can learn to extend their healthspan the same way.</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“We want to make accessible content with meaning that touches the human core of each person. Longevity, taught live and personalized, is the purest form of that mission.”</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“human core” line.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“I don't want to add one more thing to people's lives — I want to simplify. It really comes down to sleep, food, movement, and connection.”</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her 2026 interview.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2.6  ·  </a:t>
            </a:r>
            <a:pPr indent="0" marL="0">
              <a:buNone/>
            </a:pPr>
            <a:r>
              <a:rPr lang="en-US" sz="1100" b="1" spc="200" kern="0" dirty="0">
                <a:solidFill>
                  <a:srgbClr val="5C6672"/>
                </a:solidFill>
                <a:latin typeface="Calibri" pitchFamily="34" charset="0"/>
                <a:ea typeface="Calibri" pitchFamily="34" charset="-122"/>
                <a:cs typeface="Calibri" pitchFamily="34" charset="-120"/>
              </a:rPr>
              <a:t>THE BROADCAST / TV SEGMENT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Fox News Health / Good Morning America / local network AM shows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Meet the Single Mom Teaching America How to Age Slower — Live, Every Week</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 ready-made morning-show segment: budget biohacking, a glucose monitor demo, and a relatable star.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Clark's story is tailor-made for broadcast: a Phoenix single mom, a global leaderboard, a $150-a-month routine, and now a live teaching role.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Segment hooks include a live CGM demonstration, a “myth vs. reality” on longevity costs, and Julie's simple daily rituals viewers can start immediately.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can offer both Julie and a company spokesperson for interviews.</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Anyone can start today.”</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The Sun.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2.7  ·  </a:t>
            </a:r>
            <a:pPr indent="0" marL="0">
              <a:buNone/>
            </a:pPr>
            <a:r>
              <a:rPr lang="en-US" sz="1100" b="1" spc="200" kern="0" dirty="0">
                <a:solidFill>
                  <a:srgbClr val="5C6672"/>
                </a:solidFill>
                <a:latin typeface="Calibri" pitchFamily="34" charset="0"/>
                <a:ea typeface="Calibri" pitchFamily="34" charset="-122"/>
                <a:cs typeface="Calibri" pitchFamily="34" charset="-120"/>
              </a:rPr>
              <a:t>THE PODCAST / LONG-FORM CIRCUIT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Longevity &amp; wellness podcasts (e.g., existing shows she's appeared on)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From the Rejuvenation Olympics to the Classroom: Julie Gibson Clark's Next Chapter</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 long-form narrative for the audiences already following Julie — now with an institutional home at eTeacher.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 has already built a loyal audience across podcasts and YouTube. This wave reintroduces her to those audiences in a new role: LLA instructor.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long-form angle lets her tell the full arc — heavy-metal-poisoning wake-up call, budget routine, #2 ranking, and now teaching — while naturally introducing eTeacher and the Longevity Blueprint.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Ideal for driving qualified enrollments from an already longevity-curious audience.</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“I'm no longer chasing a leaderboard. What excites me now is helping real people build something sustainable — that's what Longevity Life Academy is for.”</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Voice-matched to her documented shift toward teaching.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Longevity Hub App Launch</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in your pocket: AI tutor, bite-size daily rituals, tracking, and lifestyle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12395C"/>
                </a:solidFill>
                <a:latin typeface="Calibri" pitchFamily="34" charset="0"/>
                <a:ea typeface="Calibri" pitchFamily="34" charset="-122"/>
                <a:cs typeface="Calibri" pitchFamily="34" charset="-120"/>
              </a:rPr>
              <a:t>ARTICLE 3.1  ·  </a:t>
            </a:r>
            <a:pPr indent="0" marL="0">
              <a:buNone/>
            </a:pPr>
            <a:r>
              <a:rPr lang="en-US" sz="1100" b="1" spc="200" kern="0" dirty="0">
                <a:solidFill>
                  <a:srgbClr val="5C6672"/>
                </a:solidFill>
                <a:latin typeface="Calibri" pitchFamily="34" charset="0"/>
                <a:ea typeface="Calibri" pitchFamily="34" charset="-122"/>
                <a:cs typeface="Calibri" pitchFamily="34" charset="-120"/>
              </a:rPr>
              <a:t>THE PRODUCT LAUNCH</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TechCrunch / The Verge / PR Newswire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Launches the Longevity Hub: An AI Tutor and Daily Ritual Engine for Healthspan</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new app turns the 18-week Longevity Blueprint into simple, trackable daily rituals — powered by an AI longevity tutor.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today launched the Longevity Hub, a companion app that extends Longevity Life Academy beyond the weekly live class. The Hub delivers a personalized longevity practice as bite-size daily rituals, integrated tracking, and lifestyle guidance.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its center is an AI longevity tutor — the same “gym for the brain” model eTeacher pioneered in language learning — that checks in daily, adapts to each user's data, and keeps them engaged between live sessions.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Hub connects to CGM, sleep, and wearable data, turning each user's biology into a personalized feedback loop.</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“In the age of AI, the professor should be available 24/7 with reliable tools that connect learning to your everyday life. The Longevity Hub is that professor for healthspan — a quarter-hour of light practice with your coffee that keeps your longevity routine alive between classes.”</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“professor available 24/7” + “quarter-hour with your coffee”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12395C"/>
                </a:solidFill>
                <a:latin typeface="Calibri" pitchFamily="34" charset="0"/>
                <a:ea typeface="Calibri" pitchFamily="34" charset="-122"/>
                <a:cs typeface="Calibri" pitchFamily="34" charset="-120"/>
              </a:rPr>
              <a:t>ARTICLE 3.2  ·  </a:t>
            </a:r>
            <a:pPr indent="0" marL="0">
              <a:buNone/>
            </a:pPr>
            <a:r>
              <a:rPr lang="en-US" sz="1100" b="1" spc="200" kern="0" dirty="0">
                <a:solidFill>
                  <a:srgbClr val="5C6672"/>
                </a:solidFill>
                <a:latin typeface="Calibri" pitchFamily="34" charset="0"/>
                <a:ea typeface="Calibri" pitchFamily="34" charset="-122"/>
                <a:cs typeface="Calibri" pitchFamily="34" charset="-120"/>
              </a:rPr>
              <a:t>THE 'HABIT / BEHAVIOR-CHANGE'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Fast Company / mindbodygreen / Wired</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Fails Without Consistency. eTeacher's New App Attacks the Persistence Problem.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Longevity Hub breaks healthspan into daily micro-rituals — because the science only works if you actually stick with it.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hardest part of longevity isn't knowing what to do — it's doing it every day. eTeacher's Longevity Hub is designed around that persistence problem, converting the Longevity Blueprint into small, daily, trackable actions.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Using the company's proven micro-learning approach, the AI tutor nudges users with relevant, personalized prompts, celebrates streaks, and re-engages those who drift.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 reflects eTeacher's core belief that engagement, not information, is the real bottleneck in adult learning.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“Excessive self-guided content leads to dropout — in language learning and in longevity alike. Our answer is the same: a gym for the brain and body that keeps motivation high, so persistence stops being the hard part.”</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verbatim dropout/“gym for the brain” lines.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Six New Longevity Courses</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expands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6E4A12"/>
                </a:solidFill>
                <a:latin typeface="Calibri" pitchFamily="34" charset="0"/>
                <a:ea typeface="Calibri" pitchFamily="34" charset="-122"/>
                <a:cs typeface="Calibri" pitchFamily="34" charset="-120"/>
              </a:rPr>
              <a:t>ARTICLE 4.1  ·  </a:t>
            </a:r>
            <a:pPr indent="0" marL="0">
              <a:buNone/>
            </a:pPr>
            <a:r>
              <a:rPr lang="en-US" sz="1100" b="1" spc="200" kern="0" dirty="0">
                <a:solidFill>
                  <a:srgbClr val="5C6672"/>
                </a:solidFill>
                <a:latin typeface="Calibri" pitchFamily="34" charset="0"/>
                <a:ea typeface="Calibri" pitchFamily="34" charset="-122"/>
                <a:cs typeface="Calibri" pitchFamily="34" charset="-120"/>
              </a:rPr>
              <a:t>THE EXPANSION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 EdSurge / Longevity.Technology</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to Launch Six New Longevity Courses Following Its Q2 Longevity Life Academy Debut</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expansion turns a single flagship course into a full longevity curriculum — from metabolic health to brain training.</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Building on the Q2 launch of The Longevity Blueprint, eTeacher Group today announced six new Longevity Life Academy courses rolling out over the coming year: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 Emotional Resilience &amp; Stress  • Metabolic Mastery  • Activities &amp; Movement: Athlete-Level Performance  • Longevity Blueprint 2 (the continuation course)  • Biomarkers &amp; Advanced Wearables  • Longevity Brain — train your brain like you train your body (with social health &amp; relationships).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Each course keeps the LLA format: live, small-group, instructor-led sessions with AI support and personal-data integration — and wearable technology deepens across the catalog.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“This is only the beginning. As our courses evolve over the coming year, we'll add more expert instructors, more wearable technology, and more of the personalized, live teaching that has defined eTeacher for 25 years. Longevity is not one course — it is a lifelong practice, and we are building the school for it.”</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growth/evolution themes.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6E4A12"/>
                </a:solidFill>
                <a:latin typeface="Calibri" pitchFamily="34" charset="0"/>
                <a:ea typeface="Calibri" pitchFamily="34" charset="-122"/>
                <a:cs typeface="Calibri" pitchFamily="34" charset="-120"/>
              </a:rPr>
              <a:t>ARTICLE 4.2  ·  </a:t>
            </a:r>
            <a:pPr indent="0" marL="0">
              <a:buNone/>
            </a:pPr>
            <a:r>
              <a:rPr lang="en-US" sz="1100" b="1" spc="200" kern="0" dirty="0">
                <a:solidFill>
                  <a:srgbClr val="5C6672"/>
                </a:solidFill>
                <a:latin typeface="Calibri" pitchFamily="34" charset="0"/>
                <a:ea typeface="Calibri" pitchFamily="34" charset="-122"/>
                <a:cs typeface="Calibri" pitchFamily="34" charset="-120"/>
              </a:rPr>
              <a:t>THE 'LONGEVITY BRAIN' FEATURE</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Psychology-forward outlets / mindbodygreen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“Train Your Brain Like You Train Your Body”: eTeacher Adds Cognitive &amp; Social Longevity to Its Curriculum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new Longevity Brain course treats memory, focus, emotional health, and relationships as trainable longevity levers.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Among the six new courses, Longevity Brain stands out as the most distinctly eTeacher: a program that treats cognitive and social health as core longevity practices, not afterthoughts.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Covering memory, focus, emotional resilience, and the science of relationships and social connection, it directly answers eTeacher's founding concern — keeping the adult mind active in an age of cognitive atrophy.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 is, in effect, the longevity expression of the company's original mission.</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“We built eTeacher to keep the mind active and vital in a world where technology may cause cognitive atrophy. Longevity Brain makes that explicit — you can train your brain like you train your body, and social connection is one of the strongest longevity levers we have.”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“active and vital / cognitive atrophy”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3–4 weeks apart to compound coverage.</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1338560" cy="914400"/>
        </p:xfrm>
        <a:graphic>
          <a:graphicData uri="http://schemas.openxmlformats.org/drawingml/2006/table">
            <a:tbl>
              <a:tblPr/>
              <a:tblGrid>
                <a:gridCol w="3108960"/>
                <a:gridCol w="2286000"/>
                <a:gridCol w="2743200"/>
                <a:gridCol w="1737360"/>
                <a:gridCol w="1463040"/>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GlobeNewswire</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PRWeb / PR 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LinkedIn thought-leadership</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90-day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5–6</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Georgia" pitchFamily="34" charset="0"/>
                <a:ea typeface="Georgia" pitchFamily="34" charset="-122"/>
                <a:cs typeface="Georg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9–10</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12–13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The compounding effect: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spacing waves 3–4 weeks apart lets each earn coverage before the next begins — building a rising, self-reinforcing narrative rather than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all are voice-matched to your published language and flagged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two facts before the wire: the AI tutor / Longevity Hub positioning, and the exact “countries” figure (site shows 197; we use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Replace the placeholder press contact (press@eteachergroup.com) with the live PR contact + phone.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Wave 1 wire date sets the 90-day rollout in motion.</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2026-07-07T05:46:18Z</dcterms:created>
  <dcterms:modified xsi:type="dcterms:W3CDTF">2026-07-07T05:46:18Z</dcterms:modified>
</cp:coreProperties>
</file>