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genuinely distinct stories, one message: Israel's leading EdTech group is bringing live, science-backed longevity education to American households.</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From Biblical Hebrew to Healthspan: eTeacher Applies Its Live-Plus-AI Method 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An Israeli EdTech Veteran Bets on Longevity — Targeting the Gap Between $2M Clinics and Free Advice</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After 25 Years, Israel's eTeacher Takes Its Live-Learning Model Into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for Every Household: A Live Class, Small Groups, and a Glucose Monitor at Your Door</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distinct stories leveraging Julie's existing press: the single mom who out-aged the billionaires now teaches live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proves that world-class longevity isn't about spending millions — it is about consistent habits anyone can learn,” added eTeacher CEO Harel Tayeb.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“Julie proves that world-class longevity isn't about spending millions — it is about consistent habits anyone can learn.”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Voice-matched to Harel's results/impact themes (TheMarker Q2). One new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She Out-Aged a Man Spending $2 Million a Year — on About $12 a Day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adding that her cohorts are enrolling now.</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Adapts Harel's verbatim results/impact language from TheMarker Q2. One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“My Why Is My Son”: The Mom Who Slowed Her Aging Is Now Teaching America</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added CEO Harel Tayeb, noting that her first cohorts are now enrolling.</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fragment from TheMarker Labels (1 Feb 2026), Q5.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What a 0.665 DunedinPACE Score Actually Proves — and Why Julie Gibson Clark Is Teaching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Has a Class Problem. This Partnership Is Built to Fix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from TheMarker Labels (1 Feb 2026), Q9.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One Habit at a Time: What Julie Gibson Clark Will Teach Inside the Longevity Blueprint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Meet the Single Mom Teaching America How to Age Slower — Live, Every Week</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Longevity Hub App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coming to your pocket: a planned AI tutor, bite-size daily rituals, tracking, and lifestyle guidance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Fails Without Consistency. eTeacher's Planned App Attacks the Persistence Problem With AI.</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Six New Longevity Courses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plans to expand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“Train Your Brain Like You Train Your Body”: Inside eTeacher's Planned Longevity Learning Journey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about 2.5 weeks apart so each earns coverage before the next begins.</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LinkedIn thought-leadership</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GlobeNewswire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PRWeb / PR Newswire</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8-week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JUL 13</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JUL 30</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Cambria" pitchFamily="34" charset="0"/>
                <a:ea typeface="Cambria" pitchFamily="34" charset="-122"/>
                <a:cs typeface="Cambr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AUG 17</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SEP 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Why ~2.5 weeks apart: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tight enough to go live Monday and wrap by early September, spaced enough that each wave earns its coverage before the next — a rising narrative, not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2026-07-07T07:41:10Z</dcterms:created>
  <dcterms:modified xsi:type="dcterms:W3CDTF">2026-07-07T07:41:10Z</dcterms:modified>
</cp:coreProperties>
</file>